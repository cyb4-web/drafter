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Remind them the quiz is next Tuesday.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AD values: connected 0, static 1, OSPF 110.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Routing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3 · Network &amp; CCNA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vs Dynamic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routes are configured manually</a:t>
            </a:r>
          </a:p>
          <a:p>
            <a:r>
              <a:t>Dynamic protocols: OSPF, EIGRP, BGP</a:t>
            </a:r>
          </a:p>
          <a:p>
            <a:r>
              <a:t>Administrative distance decides between sources</a:t>
            </a:r>
          </a:p>
          <a:p>
            <a:r>
              <a:t>Metric picks the best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Administrative distance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Connected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EIGRP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OSPF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589520" y="2011680"/>
            <a:ext cx="3657600" cy="14630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>
                <a:solidFill>
                  <a:srgbClr val="FFFFFF"/>
                </a:solidFill>
              </a:rPr>
              <a:t>Lower AD wins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