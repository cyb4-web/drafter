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رحب بالطلاب واذكر موعد الاختبار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AD values: connected 0, static 1, OSPF 110.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مقدمة في الشبكات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المحاضرة ٣ — د. أحمد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أنواع التوجيه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التوجيه الثابت: يضبطه المسؤول يدويًا</a:t>
            </a:r>
          </a:p>
          <a:p>
            <a:r>
              <a:t>التوجيه الديناميكي: OSPF و EIGRP</a:t>
            </a:r>
          </a:p>
          <a:p>
            <a:r>
              <a:t>المقياس والمسافة الإدارية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distance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EIGRP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OSPF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589520" y="2011680"/>
            <a:ext cx="3657600" cy="14630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Lower AD wins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